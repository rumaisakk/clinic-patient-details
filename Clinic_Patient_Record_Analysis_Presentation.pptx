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2"/>
    <a:srgbClr val="00CC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5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32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00214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6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5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2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0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8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8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2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11425"/>
            <a:ext cx="7772400" cy="1470025"/>
          </a:xfrm>
        </p:spPr>
        <p:txBody>
          <a:bodyPr>
            <a:noAutofit/>
          </a:bodyPr>
          <a:lstStyle/>
          <a:p>
            <a:r>
              <a:rPr sz="5400" dirty="0"/>
              <a:t>Clinic Patients Record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1. Project Overview</a:t>
            </a:r>
          </a:p>
          <a:p>
            <a:r>
              <a:rPr dirty="0">
                <a:solidFill>
                  <a:srgbClr val="002142"/>
                </a:solidFill>
              </a:rPr>
              <a:t>2. Dataset Structure</a:t>
            </a:r>
          </a:p>
          <a:p>
            <a:r>
              <a:rPr dirty="0">
                <a:solidFill>
                  <a:srgbClr val="002142"/>
                </a:solidFill>
              </a:rPr>
              <a:t>3. Key KPIs</a:t>
            </a:r>
          </a:p>
          <a:p>
            <a:r>
              <a:rPr dirty="0">
                <a:solidFill>
                  <a:srgbClr val="002142"/>
                </a:solidFill>
              </a:rPr>
              <a:t>4. Patient Demographics</a:t>
            </a:r>
          </a:p>
          <a:p>
            <a:r>
              <a:rPr dirty="0">
                <a:solidFill>
                  <a:srgbClr val="002142"/>
                </a:solidFill>
              </a:rPr>
              <a:t>5. Appointment Analysis</a:t>
            </a:r>
          </a:p>
          <a:p>
            <a:r>
              <a:rPr dirty="0">
                <a:solidFill>
                  <a:srgbClr val="002142"/>
                </a:solidFill>
              </a:rPr>
              <a:t>6. Insights &amp; Findings</a:t>
            </a:r>
          </a:p>
          <a:p>
            <a:r>
              <a:rPr dirty="0">
                <a:solidFill>
                  <a:srgbClr val="002142"/>
                </a:solidFill>
              </a:rPr>
              <a:t>7. Recommendations</a:t>
            </a:r>
          </a:p>
          <a:p>
            <a:r>
              <a:rPr dirty="0">
                <a:solidFill>
                  <a:srgbClr val="002142"/>
                </a:solidFill>
              </a:rPr>
              <a:t>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5438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46400"/>
            <a:ext cx="8229600" cy="3179763"/>
          </a:xfrm>
        </p:spPr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This analysis provides insights into clinic patient records, including patient demographics, appointment behavior, and overall clinic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>
                <a:solidFill>
                  <a:srgbClr val="002142"/>
                </a:solidFill>
              </a:rPr>
              <a:t>user_id</a:t>
            </a:r>
            <a:r>
              <a:rPr lang="en-US" dirty="0">
                <a:solidFill>
                  <a:srgbClr val="002142"/>
                </a:solidFill>
              </a:rPr>
              <a:t> </a:t>
            </a:r>
          </a:p>
          <a:p>
            <a:r>
              <a:rPr lang="en-US" dirty="0" err="1" smtClean="0">
                <a:solidFill>
                  <a:srgbClr val="002142"/>
                </a:solidFill>
              </a:rPr>
              <a:t>clinic_name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clinic_email</a:t>
            </a:r>
            <a:r>
              <a:rPr lang="en-US" dirty="0" smtClean="0">
                <a:solidFill>
                  <a:srgbClr val="002142"/>
                </a:solidFill>
              </a:rPr>
              <a:t> 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date_of_birth</a:t>
            </a:r>
            <a:endParaRPr lang="en-US" dirty="0" smtClean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doctor_gender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user_created_at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registration_id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patient_full_name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patient_gender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patient_date_of_birth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smtClean="0">
                <a:solidFill>
                  <a:srgbClr val="002142"/>
                </a:solidFill>
              </a:rPr>
              <a:t>age </a:t>
            </a:r>
            <a:r>
              <a:rPr lang="en-US" dirty="0">
                <a:solidFill>
                  <a:srgbClr val="002142"/>
                </a:solidFill>
              </a:rPr>
              <a:t>text </a:t>
            </a:r>
            <a:r>
              <a:rPr lang="en-US" dirty="0" err="1" smtClean="0">
                <a:solidFill>
                  <a:srgbClr val="002142"/>
                </a:solidFill>
              </a:rPr>
              <a:t>clinic_id</a:t>
            </a:r>
            <a:endParaRPr lang="en-US" dirty="0" smtClean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appointment_created_at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err="1" smtClean="0">
                <a:solidFill>
                  <a:srgbClr val="002142"/>
                </a:solidFill>
              </a:rPr>
              <a:t>doctor_name_clinic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 smtClean="0">
                <a:solidFill>
                  <a:srgbClr val="002142"/>
                </a:solidFill>
              </a:rPr>
              <a:t>Continent/</a:t>
            </a:r>
            <a:r>
              <a:rPr lang="en-US" dirty="0" err="1" smtClean="0">
                <a:solidFill>
                  <a:srgbClr val="002142"/>
                </a:solidFill>
              </a:rPr>
              <a:t>country_name</a:t>
            </a:r>
            <a:r>
              <a:rPr lang="en-US" dirty="0" smtClean="0">
                <a:solidFill>
                  <a:srgbClr val="002142"/>
                </a:solidFill>
              </a:rPr>
              <a:t>/region</a:t>
            </a:r>
            <a:endParaRPr dirty="0">
              <a:solidFill>
                <a:srgbClr val="00214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Total Patients</a:t>
            </a:r>
          </a:p>
          <a:p>
            <a:r>
              <a:rPr dirty="0">
                <a:solidFill>
                  <a:srgbClr val="002142"/>
                </a:solidFill>
              </a:rPr>
              <a:t>• Total Appointments</a:t>
            </a:r>
          </a:p>
          <a:p>
            <a:r>
              <a:rPr dirty="0">
                <a:solidFill>
                  <a:srgbClr val="002142"/>
                </a:solidFill>
              </a:rPr>
              <a:t>• </a:t>
            </a:r>
            <a:r>
              <a:rPr lang="en-US" dirty="0" smtClean="0">
                <a:solidFill>
                  <a:srgbClr val="002142"/>
                </a:solidFill>
              </a:rPr>
              <a:t>Total Doctors</a:t>
            </a:r>
          </a:p>
          <a:p>
            <a:r>
              <a:rPr dirty="0" smtClean="0">
                <a:solidFill>
                  <a:srgbClr val="002142"/>
                </a:solidFill>
              </a:rPr>
              <a:t>• </a:t>
            </a:r>
            <a:r>
              <a:rPr dirty="0">
                <a:solidFill>
                  <a:srgbClr val="002142"/>
                </a:solidFill>
              </a:rPr>
              <a:t>Male </a:t>
            </a:r>
            <a:r>
              <a:rPr dirty="0" err="1">
                <a:solidFill>
                  <a:srgbClr val="002142"/>
                </a:solidFill>
              </a:rPr>
              <a:t>vs</a:t>
            </a:r>
            <a:r>
              <a:rPr dirty="0">
                <a:solidFill>
                  <a:srgbClr val="002142"/>
                </a:solidFill>
              </a:rPr>
              <a:t> Female </a:t>
            </a:r>
            <a:r>
              <a:rPr dirty="0" smtClean="0">
                <a:solidFill>
                  <a:srgbClr val="002142"/>
                </a:solidFill>
              </a:rPr>
              <a:t>Patients</a:t>
            </a:r>
            <a:endParaRPr lang="en-US" dirty="0" smtClean="0">
              <a:solidFill>
                <a:srgbClr val="002142"/>
              </a:solidFill>
            </a:endParaRPr>
          </a:p>
          <a:p>
            <a:r>
              <a:rPr lang="en-IN" dirty="0" smtClean="0">
                <a:solidFill>
                  <a:srgbClr val="002142"/>
                </a:solidFill>
              </a:rPr>
              <a:t>• Patients by Age Group </a:t>
            </a:r>
          </a:p>
          <a:p>
            <a:r>
              <a:rPr lang="en-IN" dirty="0">
                <a:solidFill>
                  <a:srgbClr val="002142"/>
                </a:solidFill>
              </a:rPr>
              <a:t>• Patients by </a:t>
            </a:r>
            <a:r>
              <a:rPr lang="en-IN" dirty="0" smtClean="0">
                <a:solidFill>
                  <a:srgbClr val="002142"/>
                </a:solidFill>
              </a:rPr>
              <a:t>Clinic </a:t>
            </a:r>
          </a:p>
          <a:p>
            <a:r>
              <a:rPr lang="en-IN" dirty="0">
                <a:solidFill>
                  <a:srgbClr val="002142"/>
                </a:solidFill>
              </a:rPr>
              <a:t>• </a:t>
            </a:r>
            <a:r>
              <a:rPr lang="en-IN" dirty="0" smtClean="0">
                <a:solidFill>
                  <a:srgbClr val="002142"/>
                </a:solidFill>
              </a:rPr>
              <a:t>Appointments by Clinic</a:t>
            </a:r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</a:t>
            </a:r>
            <a:r>
              <a:rPr lang="en-US" dirty="0" smtClean="0">
                <a:solidFill>
                  <a:srgbClr val="002142"/>
                </a:solidFill>
              </a:rPr>
              <a:t>Average Patient Age</a:t>
            </a:r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Country / Region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Patient Demographics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Gender distribution</a:t>
            </a:r>
          </a:p>
          <a:p>
            <a:r>
              <a:rPr dirty="0">
                <a:solidFill>
                  <a:srgbClr val="002142"/>
                </a:solidFill>
              </a:rPr>
              <a:t>• </a:t>
            </a:r>
            <a:r>
              <a:rPr lang="en-IN" dirty="0">
                <a:solidFill>
                  <a:srgbClr val="002142"/>
                </a:solidFill>
              </a:rPr>
              <a:t>Patient Age Distribution</a:t>
            </a:r>
            <a:r>
              <a:rPr dirty="0" smtClean="0">
                <a:solidFill>
                  <a:srgbClr val="002142"/>
                </a:solidFill>
              </a:rPr>
              <a:t> </a:t>
            </a:r>
            <a:endParaRPr dirty="0">
              <a:solidFill>
                <a:srgbClr val="002142"/>
              </a:solidFill>
            </a:endParaRPr>
          </a:p>
          <a:p>
            <a:r>
              <a:rPr lang="en-US" dirty="0" smtClean="0">
                <a:solidFill>
                  <a:srgbClr val="002142"/>
                </a:solidFill>
              </a:rPr>
              <a:t>• </a:t>
            </a:r>
            <a:r>
              <a:rPr lang="en-IN" dirty="0">
                <a:solidFill>
                  <a:srgbClr val="002142"/>
                </a:solidFill>
              </a:rPr>
              <a:t>Clinic Performance by Location</a:t>
            </a:r>
            <a:endParaRPr lang="en-US" dirty="0">
              <a:solidFill>
                <a:srgbClr val="002142"/>
              </a:solidFill>
            </a:endParaRPr>
          </a:p>
          <a:p>
            <a:r>
              <a:rPr lang="en-US" dirty="0">
                <a:solidFill>
                  <a:srgbClr val="002142"/>
                </a:solidFill>
              </a:rPr>
              <a:t>• </a:t>
            </a:r>
            <a:r>
              <a:rPr lang="en-IN" dirty="0">
                <a:solidFill>
                  <a:srgbClr val="002142"/>
                </a:solidFill>
              </a:rPr>
              <a:t>Doctor Performance </a:t>
            </a:r>
            <a:endParaRPr lang="en-IN" dirty="0" smtClean="0">
              <a:solidFill>
                <a:srgbClr val="002142"/>
              </a:solidFill>
            </a:endParaRPr>
          </a:p>
          <a:p>
            <a:r>
              <a:rPr lang="en-US" dirty="0" smtClean="0">
                <a:solidFill>
                  <a:srgbClr val="002142"/>
                </a:solidFill>
              </a:rPr>
              <a:t>• </a:t>
            </a:r>
            <a:r>
              <a:rPr lang="en-US" dirty="0">
                <a:solidFill>
                  <a:srgbClr val="002142"/>
                </a:solidFill>
              </a:rPr>
              <a:t>Region / Country distribution</a:t>
            </a:r>
          </a:p>
          <a:p>
            <a:endParaRPr lang="en-US" dirty="0" smtClean="0">
              <a:solidFill>
                <a:srgbClr val="002142"/>
              </a:solidFill>
            </a:endParaRPr>
          </a:p>
          <a:p>
            <a:endParaRPr dirty="0">
              <a:solidFill>
                <a:srgbClr val="00214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Appointment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Appointments </a:t>
            </a:r>
          </a:p>
          <a:p>
            <a:r>
              <a:rPr dirty="0">
                <a:solidFill>
                  <a:srgbClr val="002142"/>
                </a:solidFill>
              </a:rPr>
              <a:t>• Peak appointment times</a:t>
            </a:r>
          </a:p>
          <a:p>
            <a:r>
              <a:rPr dirty="0">
                <a:solidFill>
                  <a:srgbClr val="002142"/>
                </a:solidFill>
              </a:rPr>
              <a:t>• Repeat patient visits</a:t>
            </a:r>
          </a:p>
          <a:p>
            <a:r>
              <a:rPr dirty="0">
                <a:solidFill>
                  <a:srgbClr val="002142"/>
                </a:solidFill>
              </a:rPr>
              <a:t>• Clinic performance </a:t>
            </a:r>
            <a:r>
              <a:rPr dirty="0" smtClean="0">
                <a:solidFill>
                  <a:srgbClr val="002142"/>
                </a:solidFill>
              </a:rPr>
              <a:t>comparison</a:t>
            </a:r>
            <a:endParaRPr lang="en-US" dirty="0" smtClean="0">
              <a:solidFill>
                <a:srgbClr val="002142"/>
              </a:solidFill>
            </a:endParaRPr>
          </a:p>
          <a:p>
            <a:r>
              <a:rPr lang="en-IN" dirty="0">
                <a:solidFill>
                  <a:srgbClr val="002142"/>
                </a:solidFill>
              </a:rPr>
              <a:t>• Appointment Distribution by Gender</a:t>
            </a:r>
          </a:p>
          <a:p>
            <a:r>
              <a:rPr lang="en-IN" dirty="0" smtClean="0">
                <a:solidFill>
                  <a:srgbClr val="002142"/>
                </a:solidFill>
              </a:rPr>
              <a:t>• </a:t>
            </a:r>
            <a:r>
              <a:rPr lang="en-IN" dirty="0">
                <a:solidFill>
                  <a:srgbClr val="002142"/>
                </a:solidFill>
              </a:rPr>
              <a:t>Appointment Patterns by Doctor</a:t>
            </a:r>
            <a:endParaRPr lang="en-US" dirty="0" smtClean="0">
              <a:solidFill>
                <a:srgbClr val="00214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142"/>
                </a:solidFill>
              </a:rPr>
              <a:t>Complete Power BI Dashboard Overview</a:t>
            </a:r>
            <a:endParaRPr lang="en-IN" dirty="0">
              <a:solidFill>
                <a:srgbClr val="00214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4955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Majority age group visiting the clinic</a:t>
            </a:r>
          </a:p>
          <a:p>
            <a:r>
              <a:rPr dirty="0">
                <a:solidFill>
                  <a:srgbClr val="002142"/>
                </a:solidFill>
              </a:rPr>
              <a:t>• Gender ratio of patients</a:t>
            </a:r>
          </a:p>
          <a:p>
            <a:r>
              <a:rPr dirty="0">
                <a:solidFill>
                  <a:srgbClr val="002142"/>
                </a:solidFill>
              </a:rPr>
              <a:t>• Highest performing clinic/doctor</a:t>
            </a:r>
          </a:p>
          <a:p>
            <a:r>
              <a:rPr dirty="0">
                <a:solidFill>
                  <a:srgbClr val="002142"/>
                </a:solidFill>
              </a:rPr>
              <a:t>• </a:t>
            </a:r>
            <a:r>
              <a:rPr lang="en-US" dirty="0" smtClean="0">
                <a:solidFill>
                  <a:srgbClr val="002142"/>
                </a:solidFill>
              </a:rPr>
              <a:t>Clinic </a:t>
            </a:r>
            <a:r>
              <a:rPr lang="en-US" dirty="0">
                <a:solidFill>
                  <a:srgbClr val="002142"/>
                </a:solidFill>
              </a:rPr>
              <a:t>operations during peak      appointment </a:t>
            </a:r>
            <a:r>
              <a:rPr lang="en-US" dirty="0" smtClean="0">
                <a:solidFill>
                  <a:srgbClr val="002142"/>
                </a:solidFill>
              </a:rPr>
              <a:t>dates.</a:t>
            </a:r>
            <a:endParaRPr lang="en-US" dirty="0">
              <a:solidFill>
                <a:srgbClr val="00214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002142"/>
              </a:solidFill>
            </a:endParaRPr>
          </a:p>
          <a:p>
            <a:r>
              <a:rPr dirty="0">
                <a:solidFill>
                  <a:srgbClr val="002142"/>
                </a:solidFill>
              </a:rPr>
              <a:t>• </a:t>
            </a:r>
            <a:r>
              <a:rPr lang="en-US" dirty="0">
                <a:solidFill>
                  <a:srgbClr val="002142"/>
                </a:solidFill>
              </a:rPr>
              <a:t>Improve clinic operations during peak </a:t>
            </a:r>
            <a:r>
              <a:rPr lang="en-US" dirty="0" smtClean="0">
                <a:solidFill>
                  <a:srgbClr val="002142"/>
                </a:solidFill>
              </a:rPr>
              <a:t>     appointment dates</a:t>
            </a:r>
          </a:p>
          <a:p>
            <a:r>
              <a:rPr dirty="0" smtClean="0">
                <a:solidFill>
                  <a:srgbClr val="002142"/>
                </a:solidFill>
              </a:rPr>
              <a:t>• </a:t>
            </a:r>
            <a:r>
              <a:rPr dirty="0">
                <a:solidFill>
                  <a:srgbClr val="002142"/>
                </a:solidFill>
              </a:rPr>
              <a:t>Increase staff on high appointment days</a:t>
            </a:r>
          </a:p>
          <a:p>
            <a:r>
              <a:rPr dirty="0">
                <a:solidFill>
                  <a:srgbClr val="002142"/>
                </a:solidFill>
              </a:rPr>
              <a:t>• Enhance digital appointment system</a:t>
            </a:r>
          </a:p>
          <a:p>
            <a:r>
              <a:rPr dirty="0">
                <a:solidFill>
                  <a:srgbClr val="002142"/>
                </a:solidFill>
              </a:rPr>
              <a:t>• Follow-up reminders for patients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2142"/>
                </a:solidFill>
              </a:rPr>
              <a:t>This clinic patient analysis provides key insights to improve patient care, optimize appointment scheduling, and enhance clinic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_Patient_Record_Analysis_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Clinic_Patient_Record_Analysis_Presentation</Template>
  <TotalTime>161</TotalTime>
  <Words>243</Words>
  <Application>Microsoft Office PowerPoint</Application>
  <PresentationFormat>On-screen Show (4:3)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Clinic_Patient_Record_Analysis_Presentation</vt:lpstr>
      <vt:lpstr>Clinic Patients Record Analysis</vt:lpstr>
      <vt:lpstr>Agenda</vt:lpstr>
      <vt:lpstr>Project Overview</vt:lpstr>
      <vt:lpstr>Dataset Structure</vt:lpstr>
      <vt:lpstr>Key KPIs</vt:lpstr>
      <vt:lpstr>Patient Demographics Insights</vt:lpstr>
      <vt:lpstr>Appointment Analysis</vt:lpstr>
      <vt:lpstr>Complete Power BI Dashboard Overview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 Patients Record Analysis</dc:title>
  <dc:subject/>
  <dc:creator>HP</dc:creator>
  <cp:keywords/>
  <dc:description>generated using python-pptx</dc:description>
  <cp:lastModifiedBy>HP</cp:lastModifiedBy>
  <cp:revision>12</cp:revision>
  <dcterms:created xsi:type="dcterms:W3CDTF">2013-01-27T09:14:16Z</dcterms:created>
  <dcterms:modified xsi:type="dcterms:W3CDTF">2025-11-19T09:21:13Z</dcterms:modified>
  <cp:category/>
</cp:coreProperties>
</file>